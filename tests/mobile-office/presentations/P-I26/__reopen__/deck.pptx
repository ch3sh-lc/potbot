
<file path=[Content_Types].xml><?xml version="1.0" encoding="utf-8"?>
<Types xmlns="http://schemas.openxmlformats.org/package/2006/content-types">
  <Default Extension="rels" ContentType="application/vnd.openxmlformats-package.relationships+xml"/>
  <Default Extension="mp4" ContentType="video/mp4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zh-CN"/>
              <a:t>销量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一</c:v>
                </c:pt>
                <c:pt idx="1">
                  <c:v>二</c:v>
                </c:pt>
                <c:pt idx="2">
                  <c:v>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majorGridlines/>
        <c:crossAx val="111111111"/>
      </c:valAx>
    </c:plotArea>
    <c:legend>
      <c:legendPos val="r"/>
      <c:overlay val="0"/>
    </c:legend>
    <c:plotVisOnly val="1"/>
    <c:dispBlanksAs val="gap"/>
  </c:chart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solidFill>
          <a:schemeClr val="tx1"/>
        </a:solidFill>
        <a:latin typeface="+mn-lt"/>
        <a:ea typeface="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/>
          <p:nvPr>
            <p:ph type="body" idx="1"/>
          </p:nvPr>
        </p:nvSpPr>
        <p:spPr>
          <a:xfrm>
            <a:off x="838200" y="457200"/>
            <a:ext cx="7772400" cy="3076575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dirty="0"/>
              <a:t>P-I26 综合验收备注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+mj-lt"/>
          <a:ea typeface=""/>
        </a:defRPr>
      </a:lvl1pPr>
    </p:titleStyle>
    <p:bodyStyle>
      <a:lvl1pPr>
        <a:defRPr sz="2800">
          <a:solidFill>
            <a:schemeClr val="tx1"/>
          </a:solidFill>
          <a:latin typeface="+mn-lt"/>
          <a:ea typeface=""/>
        </a:defRPr>
      </a:lvl1pPr>
    </p:bodyStyle>
    <p:otherStyle>
      <a:lvl1pPr>
        <a:defRPr sz="1800">
          <a:solidFill>
            <a:schemeClr val="tx1"/>
          </a:solidFill>
          <a:latin typeface="+mn-lt"/>
          <a:ea typeface="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1.xml"/><Relationship Id="rId4" Type="http://schemas.openxmlformats.org/officeDocument/2006/relationships/video" Target="../media/clip1.mp4"/><Relationship Id="rId5" Type="http://schemas.microsoft.com/office/2007/relationships/media" Target="../media/clip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 rot="0">
            <a:off x="838200" y="457200"/>
            <a:ext cx="4000000" cy="10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dirty="0"/>
              <a:t>综合验收</a:t>
            </a:r>
          </a:p>
        </p:txBody>
      </p:sp>
    </p:spTree>
  </p:cSld>
  <p:clrMapOvr>
    <a:masterClrMapping/>
  </p:clrMapOvr>
  <p:transition spd="med" dur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 nodeType="clickEffect">
                      <p:stCondLst>
                        <p:cond delay="indefinite"/>
                      </p:stCondLst>
                      <p:childTnLst>
                        <p:par>
                          <p:cTn id="3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  <p:attrNameLst>
                                  <p:attrName>style.visibility</p:attrName>
                                </p:attrNameLst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 xmlns:c="http://schemas.openxmlformats.org/drawingml/2006/chart">
        <p:nvGraphicFramePr>
          <p:cNvPr id="3" name="销量图"/>
          <p:cNvGraphicFramePr/>
          <p:nvPr/>
        </p:nvGraphicFramePr>
        <p:xfrm>
          <a:off x="838200" y="457200"/>
          <a:ext cx="4000000" cy="1000000"/>
        </p:xfrm>
        <a:graphic>
          <a:graphicData uri="http://schemas.openxmlformats.org/drawingml/2006/chart">
            <c:chart r:id="rId3"/>
          </a:graphicData>
        </a:graphic>
      </p:graphicFrame>
      <p:pic>
        <p:nvPicPr>
          <p:cNvPr id="4" name="Video 4" descr="演示片段">
            <a:hlinkClick r:id="" action="ppaction://media"/>
          </p:cNvPr>
          <p:cNvPicPr>
            <a:picLocks noChangeAspect="1"/>
          </p:cNvPicPr>
          <p:nvPr>
            <a:videoFile r:link="rId4"/>
            <p14:media xmlns:p14="http://schemas.microsoft.com/office/powerpoint/2010/main" r:embed="rId5"/>
          </p:nvPr>
        </p:nvPicPr>
        <p:spPr>
          <a:xfrm rot="0">
            <a:off x="838200" y="2000000"/>
            <a:ext cx="4000000" cy="20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 nodeType="afterEffect">
                <p:stCondLst>
                  <p:cond delay="indefinite"/>
                </p:stCondLst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seq>
                                <p:video>
                                  <p:cMediaNode vol="100000" mute="0" numSld="0" showWhenStopped="1">
                                    <p:cTn id="4" fill="hold">
                                      <p:stCondLst>
                                        <p:cond delay="indefinite"/>
                                      </p:stCondLst>
                                      <p:endCondLst>
                                        <p:cond evt="onStopAudio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</p:cTn>
                                    <p:tgtEl>
                                      <p:spTgt spid="4"/>
                                    </p:tgtEl>
                                  </p:cMediaNode>
                                </p:video>
                              </p:seq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potbot">
  <a:themeElements>
    <a:clrScheme name="potbo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tbo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tbo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2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81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